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KR"/>
              </a:rPr>
              <a:t>Trade 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Noto Sans KR"/>
              </a:rPr>
              <a:t>채팅으로 시작하는 무역 실무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Noto Sans KR"/>
              </a:rPr>
              <a:t>이성준  ·  차세종  ·  황지은  ·  이영기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Noto Sans KR"/>
              </a:rPr>
              <a:t>발표자: 이성준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Noto Sans KR"/>
              </a:rPr>
              <a:t>[ 배경 이미지: 항구/컨테이너 삽입 권장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2026  |  SeSAC AIPE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640080" cy="8229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9728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서비스 기획 — 문제 정의 · 서비스 개요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640080" cy="822960"/>
          </a:xfrm>
          <a:prstGeom prst="rect">
            <a:avLst/>
          </a:prstGeom>
          <a:solidFill>
            <a:srgbClr val="6C3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8600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설계 — Orchestrator · RAG ·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7472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Agent 개발 — Quiz / Email /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502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  <a:latin typeface="Noto Sans KR"/>
              </a:rPr>
              <a:t>QuizAgent(EvalTool)  /  EmailAgent  /  RiskManagingAgent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6400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663440"/>
            <a:ext cx="1033272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Noto Sans KR"/>
              </a:rPr>
              <a:t>시연 — 기능별 데모 · 기술스택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왜 무역 신입사원 온보딩이 어려운가?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서비스 기획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무역 실무 용어·프로세스는 암기보다 반복 경험이 필요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기존 온보딩: 문서 중심  →  단방향 학습  →  낮은 몰입도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실수 한 번이 페널티·클레임·계약 분쟁으로 직결되는 고위험 도메인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Noto Sans KR"/>
              </a:rPr>
              <a:t>● AI 코치가 대화하며 실시간 피드백을 주는 시스템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622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"실무는 교과서가 아니라 대화로 배운다"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[ 이미지: 문서 더미 vs 채팅 버블 Before/After 삽입 권장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개요 및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01. 서비스 기획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타겟: 무역회사 신입사원 (1~2년차)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핵심 학습 영역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/ 결제 조건 (L/C, T/T)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무역 이메일 작성 및 검토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공급망 리스크 대응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데이터 규모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17개 JSON  /  782 ingestable records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ICC 무역용어집 284개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5394960" cy="502920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337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  <a:latin typeface="Noto Sans KR"/>
              </a:rPr>
              <a:t>[ 기획서 시스템 개요
graph LR 다이어그램
캡처 이미지 삽입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Orchestrator — 에이전트 라우팅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02. Agent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LLM 기반 인텐트 분류 (solar-pro2)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사용자 입력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[LLM 인텐트 분류]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퀴즈 관련 키워드   --&gt;  QuizAgent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이메일 관련 키워드 --&gt;  EmailAgent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리스크 관련 키워드 --&gt;  RiskManagingAgent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그 외             --&gt;  DefaultChatAgent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라우팅 우선순위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① active_agent 유지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(멀티턴 진행 중일 때 최우선)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② context.mode 명시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(프론트엔드 오버라이드)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③ LLM 인텐트 분류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④ DefaultChatAgent (폴백)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왜 에이전트로 분리하나?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무역 도메인 특화 지식 → RAG 필요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퀴즈 품질 보장 → EvalTool 루프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리스크 분석 → 멀티턴 + 보고서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RAG 기반 퀴즈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ChromaDB에서 실제 무역 용어 검색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4지선다 5문제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출제 방향: 용어-&gt;설명 / 설명-&gt;용어 (양방향)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난이도: easy / medium / hard / 혼합(기본값)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EvalTool: 5항목 품질 자동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불합격 시 최대 2회 재시도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다른 용어로 대체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정답 해설은 답 제출 후에만 공개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"FOB 퀴즈 풀고 싶어요"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한 문장으로 즉시 시작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번호 입력만으로 답변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정오답 + 해설 즉시 제공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RAG 유사 용어를 오답으로 배치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→ 학습 밀도 향상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혼동하기 쉬운 용어끼리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비교하는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EvalTool — 퀴즈 품질 자동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EvalTool 검증 항목 (5개)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1. 문제(question)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RAG 원본 내용 반영 여부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2. 정답 선택지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원본 데이터 일치 여부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3. 오답 선택지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실존 용어 기반 여부 (허구 배제)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4. 정답 인덱스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RAG 재검색으로 재확인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5. 해설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원본 내용 부합 여부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재시도 및 대체 생성 루프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MAX_RETRY = 2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is_valid = false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issues 피드백 포함 재생성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2회 소진 시 다른 용어로 대체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 |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합격 5문제 달성 시 즉시 종료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예상 품질 지표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퀴즈 합격률    ~90%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무역 용어 검증 ~90%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단위 검증      ~95%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개인화 학습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회원 DB 구축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개인별 오답 히스토리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오답 문제만 모아 복습 모드 자동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주제별 누적 점수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취약 영역 자동 파악 및 집중 출제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HR 인증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사내 HR 기준(점수·주제) 충족 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주제별 수료증 자동 발급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인증 예시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Incoterms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결제 조건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리스크 관리 인증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신입 온보딩 완료 지표로 활용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QuizAgent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FF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퀴즈 5문제 생성 화면 ]
FOB 관련 4지선다
난이도 easy 5문제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채점 결과 화면 ]
정오답 표시 + 해설 공개
오답 기반 추가 학습 안내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FCC"/>
                </a:solidFill>
                <a:latin typeface="Noto Sans KR"/>
              </a:rPr>
              <a:t>실제 ChromaDB 검색 데이터 기반 문제 생성  |  EvalTool 자동 품질 검증 통과 후 출제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— 초안 작성부터 검토까지 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Draft: "미국 바이어 제안 메일 작성"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거래 조건 반영 초안 즉시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수정: "영어로 더 공손하게 바꿔줘"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같은 맥락에서 즉시 반영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Review: 리스크·톤·무역용어·단위 동시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예외: 본문 없을 시 추가 정보 먼저 요청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    (오검토 방지)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짧은 자연어 한 줄로 전체 흐름 처리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FOV-&gt;FOB 오류 자동 탐지 및 교정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○ 무역 용어·단위 오류 즉시 피드백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Review 7개 서비스 (병렬 실행)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RiskDetector / ToneAnalyzer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TradeTermValidator / UnitValidator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ResponseFormatter / DraftService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    ReviewService (통합 오케스트레이션)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Gmail MCP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Gmail MCP 서버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검토 완료 후 실제 발송까지 연결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초안 작성 -&gt; 검토 -&gt; 발송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원스톱 이메일 워크플로우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발송 이력 자동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거래처별 커뮤니케이션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거래처별 이메일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거래처별 이메일 히스토리 저장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문체·협상 패턴 누적 학습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과거 성공 사례 기반 초안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거래처 선호도 자동 반영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(격식체/비격식체, 국가별 문화)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계약 이력 연계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맥락에 맞는 이메일 자동 완성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EmailAgent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EE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FOV-&gt;FOB 오류 탐지 화면 ]
무역 용어 오류 자동 감지
수정 제안 표시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이메일 검토 결과 화면 ]
리스크·톤·용어·단위 4항목
마크다운 포맷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2A1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DAA"/>
                </a:solidFill>
                <a:latin typeface="Noto Sans KR"/>
              </a:rPr>
              <a:t>FOV -&gt; FOB 오류 자동 탐지  |  TradeTermValidator + UnitValidator 동시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Noto Sans KR"/>
              </a:rPr>
              <a:t>RiskManagingAgent — 실무 선배처럼 리스크를 분석한다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핵심 기능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"선적 지연" 감지 -&gt; 상황 파악 모드 전환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협업형 멀티턴: 계약금·패널티 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부족한 정보를 역으로 질문하며 수집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교육적 페르소나: 리스크 산출 기준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(영향도 x 발생가능성) 친절히 설명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RAG 유사 클레임 사례 검색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JSON 보고서: 리스크 점수 +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단기/장기 예방 전략 구조화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05840"/>
            <a:ext cx="54864" cy="5303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목표 UX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한 마디로 시작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-&gt; 대화로 채움 -&gt; 보고서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○ '자동 응답기'가 아닌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    '실무 선배' 역할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● 멀티턴 상태 관리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analysis_in_progress = True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정보 수집 완료 -&gt;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JSON RiskReport 자동 생성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Noto Sans KR"/>
              </a:rPr>
              <a:t>    analysis_in_progress = False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RiskManagingAgent —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120640" cy="50292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97280"/>
            <a:ext cx="51206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실시간 글로벌 리스크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해외 뉴스 API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실시간 무역 리스크 감지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항만 혼잡도·선박 위치 데이터 연동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대화 없이도 선제적 경고 트리거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발생 전에 미리 알림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국가별 리스크 인덱스 자동 업데이트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사내 ERP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계약 금액·페널티 조항 자동 조회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사용자 입력 불필요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정확도 향상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(실제 계약 데이터 기반 분석)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과거 리스크 이력 누적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-&gt; 유사 상황 패턴 학습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리스크 보고서 -&gt; ERP 자동 등록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RiskManagingAgent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CC"/>
                </a:solidFill>
                <a:latin typeface="Noto Sans KR"/>
              </a:rPr>
              <a:t>03. Agent 개발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멀티턴 대화 화면 ]
"선적 지연" 입력
-&gt; 추가 정보 질문
-&gt; 분석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03520" cy="4114800"/>
          </a:xfrm>
          <a:prstGeom prst="rect">
            <a:avLst/>
          </a:prstGeom>
          <a:solidFill>
            <a:srgbClr val="22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212080" cy="320040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0972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BFF"/>
                </a:solidFill>
                <a:latin typeface="Noto Sans KR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Noto Sans KR"/>
              </a:rPr>
              <a:t>[ 스크린샷: JSON 보고서 시각화 ]
리스크 점수 색상 코딩
critical / high / medium
단기·장기 예방 전략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789920" cy="82296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CCC"/>
                </a:solidFill>
                <a:latin typeface="Noto Sans KR"/>
              </a:rPr>
              <a:t>멀티턴 대화로 정보 수집  |  RAG 유사 클레임 사례 검색  |  JSON 구조화 보고서 출력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기술 스택 및 역할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7955279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1521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521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499616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27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패키지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27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527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Python 패키지 매니저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83664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1109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프론트엔드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1109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React 18 + Vite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91109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채팅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67712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295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백엔드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2951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FastAPI + 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295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RESTful API 서버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6791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26791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(solar-pro2)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679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자연어 이해/생성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035808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0632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임베딩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0632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632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문서 벡터화 (1024차원)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419856"/>
            <a:ext cx="79552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47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벡터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447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47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RAG 문서 검색 (cosine)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803904"/>
            <a:ext cx="79552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313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트레이싱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83133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LangSmith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8313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에이전트 실행 디버깅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1097280"/>
            <a:ext cx="3017520" cy="402336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15214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역할 분담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1499616"/>
            <a:ext cx="3017520" cy="6766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15361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Quiz Agent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212848"/>
            <a:ext cx="3017520" cy="6766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22494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25237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Email 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2926080"/>
            <a:ext cx="3017520" cy="67665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296265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32369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Risk Managing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639311"/>
            <a:ext cx="3017520" cy="6766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367588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502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Risk Managing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4352544"/>
            <a:ext cx="3017520" cy="676656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4389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공동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663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RAG 데이터 &amp; Orchestrator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결론 및 향후 발전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  <a:latin typeface="Noto Sans KR"/>
              </a:rPr>
              <a:t>04. 시연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Trade Onboarding Agent   |   SeSAC AIPE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구현 성과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RAG 기반 3개 전문 에이전트 완성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EvalTool 자동 품질 검증 루프 구현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멀티턴 리스크 분석 + JSON 보고서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782개 무역 지식 ChromaDB 구축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4864" cy="32004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향후 발전 방향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개인별 오답 히스토리 + HR 인증 시스템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Gmail MCP -&gt; 이메일 실제 발송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실시간 리스크 감지 (뉴스 API)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사내 ERP 연동 -&gt; 계약 정보 자동 조회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Redis 세션 영속성 + PDF 계약서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KR"/>
              </a:rPr>
              <a:t>Q &amp; A   |  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