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KR"/>
              </a:rPr>
              <a:t>Trade Onboarding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CCFF"/>
                </a:solidFill>
                <a:latin typeface="Noto Sans KR"/>
              </a:rPr>
              <a:t>채팅으로 시작하는 무역 실무 온보딩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Noto Sans KR"/>
              </a:rPr>
              <a:t>이성준  ·  차세종  ·  황지은  ·  이영기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Noto Sans KR"/>
              </a:rPr>
              <a:t>발표자: 이성준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© 2026 Upstage Co., Ltd.   |   SeSAC AIPE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7788"/>
                </a:solidFill>
                <a:latin typeface="Noto Sans KR"/>
              </a:rPr>
              <a:t>[ 📌 권장: 항구·컨테이너 배경 이미지 삽입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팀 소개 및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01. 팀 소개 및 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256032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</a:rPr>
              <a:t>QuizAgent · EvalTool 개발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188720"/>
            <a:ext cx="2560320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</a:rPr>
              <a:t>RiskManagingAgent 개발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2560320" cy="3200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</a:rPr>
              <a:t>EmailAgent 개발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560320" cy="32004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</a:rPr>
              <a:t>프론트엔드 · RAG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* 역할 분담은 최종 확정 후 업데이트 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왜 무역 신입사원 온보딩이 어려운가?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01. 팀 소개 및 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무역 실무 용어·프로세스는 암기보다 반복 경험이 필요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기존 온보딩: 문서 중심 → 단방향 학습 → 낮은 몰입도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실수 한 번이 페널티·클레임·계약 분쟁으로 직결되는 고위험 도메인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Noto Sans KR"/>
              </a:rPr>
              <a:t>● AI 코치가 대화하며 실시간 피드백을 주는 시스템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KR"/>
              </a:rPr>
              <a:t>"실무는 교과서가 아니라 대화로 배운다"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8D"/>
                </a:solidFill>
                <a:latin typeface="Noto Sans KR"/>
              </a:rPr>
              <a:t>📌 권장: 문서 더미 vs 채팅 버블 Before/After 이미지 삽입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도메인 선정 및 시장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02. 서비스 기획 및 서비스 디자인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● 타겟: 무역회사 신입사원 (1~2년차)</a:t>
            </a:r>
          </a:p>
          <a:p>
            <a:pPr algn="l"/>
            <a:r>
              <a:t/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● 핵심 학습 영역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Incoterms / 결제 조건 (L/C, T/T)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무역 이메일 작성 및 검토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공급망 리스크 대응</a:t>
            </a:r>
          </a:p>
          <a:p>
            <a:pPr algn="l"/>
            <a:r>
              <a:t/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● 데이터 규모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17개 JSON 데이터셋  /  813 raw records  /  782 ingestable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ICC 무역용어집 284개  +  화성상공회의소 용어 169개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실무 이메일·실수 사례·클레임 사례 포함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전체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02. 서비스 기획 및 서비스 디자인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📌 기획서 시스템 개요 다이어그램 (graph LR) 캡처 이미지 삽입
👤 신입사원 → 💬 React UI → 🎯 Orchestrator
    → 📝 QuizAgent  (퀴즈 학습)
    → ✉️  EmailAgent  (이메일 코칭)
    → 🚨 RiskManagingAgent  (리스크 분석)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8D"/>
                </a:solidFill>
                <a:latin typeface="Noto Sans KR"/>
              </a:rPr>
              <a:t>* Orchestrator가 사용자 의도를 자동 분류 → 전문 에이전트 라우팅</a:t>
            </a:r>
          </a:p>
          <a:p>
            <a:pPr algn="l"/>
            <a:r>
              <a:rPr sz="1200" b="0">
                <a:solidFill>
                  <a:srgbClr val="6B7B8D"/>
                </a:solidFill>
                <a:latin typeface="Noto Sans KR"/>
              </a:rPr>
              <a:t>* 단일 채팅창에서 모든 기능 이용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Agent Workflow 구성 — Orchestrator 중심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LLM만으로 풀 수 없는 문제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무역 도메인 특화 지식 → RAG 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퀴즈 품질 보장 → EvalTool 검증 필요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리스크 분석 → 멀티턴 + 구조화 보고서 필요</a:t>
            </a:r>
          </a:p>
          <a:p>
            <a:pPr algn="l"/>
            <a: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Orchestrator 라우팅 우선순위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① active_agent 유지 (멀티턴 진행 중)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② context.mode 명시 (프론트 오버라이드)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③ LLM 인텐트 분류 (solar-pro2)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④ DefaultChatAgent (폴백)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5394960" cy="50292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B8D"/>
                </a:solidFill>
                <a:latin typeface="Noto Sans KR"/>
              </a:rPr>
              <a:t>📌 기획서 Orchestrator
라우팅 flowchart TD
캡처 이미지 삽입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RAG 파이프라인 및 Tool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RAG (Retrieval-Augmented Generation)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벡터 DB: ChromaDB (영구 저장, cosine 유사도)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임베딩: Upstage Solar Embedding (1024차원)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17개 JSON → 782 ingestable records 임베딩</a:t>
            </a:r>
          </a:p>
          <a:p>
            <a:pPr algn="l"/>
            <a: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외부/내부 Tool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EvalTool: 퀴즈 품질 검증 (is_valid + issues 반환)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TradeTermValidator: 무역 용어 정확성 검증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UnitValidator: 무게/부피/컨테이너 단위 일관성 검증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Upstage Document Parse API: ICC PDF → JSON 변환 (OCR)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097280"/>
            <a:ext cx="4023360" cy="4114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B8D"/>
                </a:solidFill>
                <a:latin typeface="Noto Sans KR"/>
              </a:rPr>
              <a:t>📌 기획서 데이터 파이프라인
flowchart LR 캡처 이미지 삽입
dataset/*.json
→ ingest.py
→ ChromaDB
→ retriever.py
→ 각 에이전트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3개 전문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03. Agent Workflow 기획 및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338328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📝  QuizAgent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37360"/>
            <a:ext cx="3383280" cy="41148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RAG 기반 퀴즈 5문제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EvalTool 5항목 자동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재시도 + 대체 생성 루프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난이도: easy / medium / hard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ICC 용어집 284개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097280"/>
            <a:ext cx="338328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✉️  EmailAgent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3383280" cy="41148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Draft / Review 2가지 모드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이메일 코칭 + 리스크 탐지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무역 용어 오류 자동 검출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단위 일관성 검증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7개 서비스 병렬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3832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🚨  RiskAgent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383280" cy="41148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82880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멀티턴 대화로 정보 수집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RAG 유사 사례 검색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5단계 리스크 평가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JSON 구조화 보고서 생성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Noto Sans KR"/>
              </a:rPr>
              <a:t>● 예방 전략 단기/장기 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기술 스택 및 역할 분담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7498079" cy="4114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KR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08760"/>
            <a:ext cx="74980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361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패키지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5361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5361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Python 패키지 매니저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1892807"/>
            <a:ext cx="74980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20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프론트엔드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React 18 + Vite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9202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채팅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76856"/>
            <a:ext cx="74980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3042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백엔드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3042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FastAPI + 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3042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RESTful API 서버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660904"/>
            <a:ext cx="74980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6883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6883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(solar-pro2)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883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자연어 이해/생성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044952"/>
            <a:ext cx="74980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072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임베딩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72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Upstage Solar Embedding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72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문서 벡터화 (1024차원)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429000"/>
            <a:ext cx="749807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4564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벡터 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4564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ChromaDB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4564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RAG 문서 검색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813048"/>
            <a:ext cx="7498079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840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트레이싱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840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LangSmith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8404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Noto Sans KR"/>
              </a:rPr>
              <a:t>에이전트 실행 디버깅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1097280"/>
            <a:ext cx="3383280" cy="4114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KR"/>
              </a:rPr>
              <a:t>역할 분담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1508760"/>
            <a:ext cx="338328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이성준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</a:rPr>
              <a:t>QuizAgent · EvalTool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2514600"/>
            <a:ext cx="338328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차세종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</a:rPr>
              <a:t>RiskManagingAgent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3520440"/>
            <a:ext cx="338328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황지은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</a:rPr>
              <a:t>EmailAgent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526280"/>
            <a:ext cx="3383280" cy="9144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이영기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</a:rPr>
              <a:t>프론트엔드 · RAG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Agent Workflow 평가 — EvalTool 품질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QuizAgent EvalTool 검증 항목 (5개)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문제(question): RAG 원본 반영 여부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정답 선택지: 원본 데이터 일치 여부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오답 선택지: 실존 용어 기반 여부 (완전 허구 배제)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정답 인덱스: RAG 재검색으로 재확인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해설: 원본 내용 부합 여부</a:t>
            </a:r>
          </a:p>
          <a:p>
            <a:pPr algn="l"/>
            <a: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재시도 및 대체 생성 루프 (MAX_RETRY = 2)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① is_valid = false → issues 피드백 포함 재생성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② 2회 소진 → 다른 용어로 대체 생성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③ 합격 5문제 달성 시 즉시 종료</a:t>
            </a:r>
          </a:p>
          <a:p>
            <a:pPr algn="l"/>
            <a: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● 예상 품질 지표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Noto Sans KR"/>
              </a:rPr>
              <a:t>    ○ 퀴즈 합격률 ~90%   |   무역 용어 검증 ~90%   |   단위 검증 ~95%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서비스 데모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33832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📝 퀴즈 학습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3383280" cy="34747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B8D"/>
                </a:solidFill>
                <a:latin typeface="Noto Sans KR"/>
              </a:rPr>
              <a:t>퀴즈 5문제 생성 화면
(스크린샷 삽입)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097280"/>
            <a:ext cx="3383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✉️ 이메일 검토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45920"/>
            <a:ext cx="3383280" cy="34747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B8D"/>
                </a:solidFill>
                <a:latin typeface="Noto Sans KR"/>
              </a:rPr>
              <a:t>FOV→FOB 오류 검출 화면
(스크린샷 삽입)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3832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KR"/>
              </a:rPr>
              <a:t>🚨 리스크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3383280" cy="3474720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B8D"/>
                </a:solidFill>
                <a:latin typeface="Noto Sans KR"/>
              </a:rPr>
              <a:t>JSON 보고서 시각화
(스크린샷 삽입)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▶  전체 데모 영상: [ 영상 파일 삽입 또는 URL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" y="182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11457432" cy="9144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KR"/>
              </a:rPr>
              <a:t>결론 및 향후 발전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Noto Sans KR"/>
              </a:rPr>
              <a:t>04. Agent Workflow 개발/평가 및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● 구현 성과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RAG 기반 3개 전문 에이전트 완성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EvalTool 자동 품질 검증 루프 구현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멀티턴 리스크 분석 + JSON 구조화 보고서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782개 무역 지식 ChromaDB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● 향후 발전 방향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Redis 기반 세션 영속성 전환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사용자 학습 이력 추적 + 맞춤형 퀴즈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도메인 데이터 확충 (국가별 규정 등)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Noto Sans KR"/>
              </a:rPr>
              <a:t>    ○ 멀티모달: 계약서 PDF 업로드 →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73152" cy="457200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Noto Sans KR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CCFF"/>
                </a:solidFill>
                <a:latin typeface="Noto Sans KR"/>
              </a:rPr>
              <a:t>감사합니다.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D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"/>
              </a:rPr>
              <a:t>© 2026 Upstage Co., Ltd.   |   SeSAC AIPE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