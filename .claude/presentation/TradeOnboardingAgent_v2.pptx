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KR"/>
              </a:rPr>
              <a:t>Trade 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  <a:latin typeface="Noto Sans KR"/>
              </a:rPr>
              <a:t>채팅으로 시작하는 무역 실무 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Noto Sans KR"/>
              </a:rPr>
              <a:t>이성준  ·  차세종  ·  황지은  ·  이영기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Noto Sans KR"/>
              </a:rPr>
              <a:t>발표자: 이성준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Noto Sans KR"/>
              </a:rPr>
              <a:t>[ 배경 이미지: 항구/컨테이너 삽입 권장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© 2026 Upstage Co., Ltd.   |   SeSAC AIPE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640080" cy="8229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9728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팀 소개 및 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6400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8600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서비스 기획 및 서비스 디자인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400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18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7472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Agent Workflow 기획 및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502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  <a:latin typeface="Noto Sans KR"/>
              </a:rPr>
              <a:t>— QuizAgent  /  EmailAgent  /  RiskManagingAgent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64008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66344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Agent Workflow 개발/평가 및 시연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팀 소개 및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01. 팀 소개 및 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97280"/>
            <a:ext cx="25603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이성준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256032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QuizAgent</a:t>
            </a:r>
          </a:p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EvalTool 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097280"/>
            <a:ext cx="256032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차세종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691640"/>
            <a:ext cx="256032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79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RiskManaging</a:t>
            </a:r>
          </a:p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Agent 개발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097280"/>
            <a:ext cx="25603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황지은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691640"/>
            <a:ext cx="256032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EmailAgent</a:t>
            </a:r>
          </a:p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개발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097280"/>
            <a:ext cx="2560320" cy="5943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170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이영기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691640"/>
            <a:ext cx="256032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프론트엔드</a:t>
            </a:r>
          </a:p>
          <a:p>
            <a:pPr algn="ctr"/>
            <a:r>
              <a:rPr sz="1400" b="0">
                <a:solidFill>
                  <a:srgbClr val="1A1A2E"/>
                </a:solidFill>
                <a:latin typeface="Noto Sans KR"/>
              </a:rPr>
              <a:t>RAG 파이프라인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Noto Sans KR"/>
              </a:rPr>
              <a:t>* 역할 분담은 발표 당일 최종 확정 예정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왜 무역 신입사원 온보딩이 어려운가?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01. 팀 소개 및 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무역 실무 용어·프로세스는 암기보다 반복 경험이 필요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기존 온보딩: 문서 중심  →  단방향 학습  →  낮은 몰입도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실수 한 번이 페널티·클레임·계약 분쟁으로 직결되는 고위험 도메인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AI 코치가 대화하며 실시간 피드백을 주는 시스템 부재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KR"/>
              </a:rPr>
              <a:t>"실무는 교과서가 아니라 대화로 배운다"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515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Noto Sans KR"/>
              </a:rPr>
              <a:t>[ 이미지: 문서 더미 vs 채팅 버블 Before/After 삽입 권장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서비스 개요 및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02. 서비스 기획 및 서비스 디자인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타겟: 무역회사 신입사원 (1~2년차)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핵심 학습 영역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Incoterms / 결제 조건 (L/C, T/T)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무역 이메일 작성 및 검토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공급망 리스크 대응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데이터 규모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17개 JSON  /  782 ingestable records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ICC 무역용어집 284개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97280"/>
            <a:ext cx="5394960" cy="502920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429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기획서 시스템 개요
graph LR 다이어그램
캡처 이미지 삽입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Orchestrator 중심 설계 — LLM만으론 부족한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LLM만으로 풀 수 없는 문제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무역 도메인 특화 지식  →  RAG 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퀴즈 품질 보장  →  EvalTool 검증 루프 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리스크 분석  →  멀티턴 + 구조화 보고서 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Orchestrator 라우팅 우선순위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① active_agent 유지 (멀티턴 진행 중)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② context.mode 명시 (프론트 오버라이드)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③ LLM 인텐트 분류 (solar-pro2)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④ DefaultChatAgent (폴백)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97280"/>
            <a:ext cx="5394960" cy="502920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429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기획서 Orchestrator
flowchart TD
캡처 이미지 삽입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RAG 파이프라인 및 Tool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RAG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ChromaDB (cosine 유사도) + Upstage Solar Embedding (1024차원)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17개 JSON  →  782 ingestable records 임베딩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ICC PDF  →  Upstage Document Parse API(OCR)  →  283개 용어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내부 Tool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EvalTool: 퀴즈 5항목 품질 자동 검증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TradeTermValidator: 무역 용어 정확성 검증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UnitValidator: 단위 일관성 검증 (MT / CBM / TEU)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097280"/>
            <a:ext cx="5303520" cy="502920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59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기획서 데이터 파이프라인
flowchart LR
캡처 이미지 삽입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RAG 기반 퀴즈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RAG 기반 퀴즈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ChromaDB에서 실제 무역 용어 검색 → 4지선다 5문제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출제 방향: 용어→설명 / 설명→용어 (양방향)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난이도: easy / medium / hard / 혼합(기본값)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EvalTool: 문제·정답·오답·인덱스·해설 5항목 자동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불합격: 최대 2회 재시도 → 다른 용어로 대체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정답 해설은 답 제출 후에만 공개 (학습 효과 극대화)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"FOB 퀴즈 풀고 싶어요" 한 문장으로 즉시 시작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번호 입력만으로 답변 → 정오답 + 해설 즉시 제공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RAG 유사 용어를 오답으로 배치 → 학습 밀도 ↑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혼동하기 쉬운 용어끼리 비교하는 구조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개인화 학습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회원 DB 구축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→ 개인별 오답 히스토리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오답 문제만 모아 복습 모드 자동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주제별 누적 점수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→ 취약 영역 자동 파악 및 집중 출제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HR 인증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사내 HR 기준(점수·주제) 충족 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주제별 수료증 자동 발급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인증 예시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Incoterms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결제 조건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리스크 관리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신입 온보딩 완료 지표로 활용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— 초안 작성부터 검토까지 한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핵심 기능 (한 흐름)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Draft: "미국 바이어 제안 메일 작성"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거래 조건 반영 초안 즉시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수정: "영어로 더 공손하게 바꿔줘"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같은 맥락에서 즉시 반영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Review: 리스크·톤·무역용어·단위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예외: 본문 없을 시 추가 정보 먼저 요청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(오검토 방지)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짧은 자연어 한 줄로 전체 흐름 처리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FOV→FOB 오류 자동 탐지 및 교정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확장성 아이디어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Gmail MCP 연결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검토 완료 후 실제 발송까지 연결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거래처별 이메일 히스토리 저장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문체·협상 패턴 누적 학습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[ 스크린샷: 이메일 검토 결과 화면
  FOV→FOB 오류 탐지 화면 삽입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 KR"/>
              </a:rPr>
              <a:t>RiskManagingAgent — 실무 선배처럼 리스크를 분석한다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"선적 지연" 감지 → 상황 파악 모드 전환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협업형 멀티턴: 계약금·패널티 등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부족한 정보를 역으로 질문하며 수집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교육적 페르소나: 리스크 산출 기준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(영향도×발생가능성) 친절히 설명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RAG 유사 클레임 사례 검색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JSON 보고서: 리스크 점수 +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단기/장기 예방 전략 구조화 출력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한 마디로 시작 → 대화로 채움 → 보고서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'자동 응답기'가 아닌 '실무 선배' 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확장성 아이디어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실시간 글로벌 리스크 감지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· 해외 뉴스 API 연동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· 항만 혼잡도·선박 위치 데이터 연동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· 대화 없이도 선제적 경고 트리거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사내 ERP 연동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· 계약 금액·페널티 조항 자동 조회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· 사용자 입력 불필요 → 정확도 향상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[ 스크린샷: JSON 보고서
  시각화 화면 삽입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기술 스택 및 역할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7955279" cy="402336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52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1521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521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499616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27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패키지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270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527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Python 패키지 매니저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83664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1109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프론트엔드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React 18 + Vite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91109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채팅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267712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295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백엔드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2951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FastAPI + Python 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295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RESTful API 서버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67919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26791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(solar-pro2)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6791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자연어 이해/생성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035808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063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임베딩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06323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Embedding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0632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문서 벡터화 (1024차원)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419856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47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벡터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447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47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RAG 문서 검색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803904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3133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트레이싱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83133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LangSmith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8313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에이전트 실행 디버깅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1097280"/>
            <a:ext cx="3017520" cy="402336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1521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역할 분담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1499616"/>
            <a:ext cx="30175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이성준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19019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QuizAgent · EvalTool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414015"/>
            <a:ext cx="30175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차세종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28163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RiskManagingAgent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3328415"/>
            <a:ext cx="301752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황지은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37307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EmailAgent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4242816"/>
            <a:ext cx="3017520" cy="86868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이영기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46451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</a:rPr>
              <a:t>프론트엔드 · RAG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Agent Workflow 평가 — EvalTool 품질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EvalTool 검증 항목 (5개)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문제(question): RAG 원본 반영 여부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정답 선택지: 원본 데이터 일치 여부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오답 선택지: 실존 용어 기반 여부 (완전 허구 배제)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정답 인덱스: RAG 재검색으로 재확인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해설: 원본 내용 부합 여부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재시도 및 대체 생성 루프 (MAX_RETRY = 2)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① is_valid = false  →  issues 피드백 포함 재생성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② 2회 소진  →  다른 용어로 대체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③ 합격 5문제 달성 시 즉시 종료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예상 품질 지표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퀴즈 합격률 ~90%    무역 용어 검증 ~90%    단위 검증 ~95%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서비스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3474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704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QuizAgent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3474720" cy="356616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스크린샷 삽입 ]
퀴즈 5문제
생성 화면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097280"/>
            <a:ext cx="34747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704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EmailAgent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645920"/>
            <a:ext cx="3474720" cy="356616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스크린샷 삽입 ]
FOV→FOB 오류
탐지 화면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097280"/>
            <a:ext cx="34747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1704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RiskAgent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645920"/>
            <a:ext cx="3474720" cy="356616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스크린샷 삽입 ]
JSON 보고서
시각화 화면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▶  전체 데모 영상:  [ 영상 파일 삽입 또는 URL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결론 및 향후 발전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구현 성과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RAG 기반 3개 전문 에이전트 완성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EvalTool 자동 품질 검증 루프 구현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멀티턴 리스크 분석 + JSON 보고서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782개 무역 지식 ChromaDB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4864" cy="320040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향후 발전 방향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개인별 오답 히스토리 + HR 인증 시스템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Gmail MCP → 이메일 실제 발송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실시간 리스크 감지 (뉴스 API)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사내 ERP 연동 → 계약 정보 자동 조회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Redis 세션 영속성 + PDF 계약서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KR"/>
              </a:rPr>
              <a:t>Q &amp; A   |  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